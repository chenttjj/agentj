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8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C86A4F"/>
                </a:solidFill>
                <a:latin typeface="Microsoft JhengHei"/>
              </a:rPr>
              <a:t>Mood Beat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79673"/>
                </a:solidFill>
                <a:latin typeface="Microsoft JhengHei"/>
              </a:rPr>
              <a:t>心情 × 呼吸 × 音樂 — 你的專屬節奏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Microsoft JhengHei"/>
              </a:rPr>
              <a:t>馬公高中 Agent Studio 專題報告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JhengHei"/>
              </a:rPr>
              <a:t>完成日期：2026-06-24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879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icrosoft JhengHe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86A4F"/>
                </a:solidFill>
                <a:latin typeface="Microsoft JhengHei"/>
              </a:rPr>
              <a:t>01  專題介紹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專題名稱：Mood Beat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一句話：讓使用者描述今天狀態，透過呼吸穩定節奏，最後產生專屬 beat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主要使用者：喜歡音樂且喜歡心靈呼吸放鬆的人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解決痛點：壓力大、心情不愉快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icrosoft Jheng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79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86A4F"/>
                </a:solidFill>
                <a:latin typeface="Microsoft JhengHei"/>
              </a:rPr>
              <a:t>02  學校 Server 環境</a:t>
            </a:r>
          </a:p>
        </p:txBody>
      </p:sp>
      <p:pic>
        <p:nvPicPr>
          <p:cNvPr id="5" name="Picture 4" descr="server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29475953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Microsoft JhengHei"/>
              </a:rPr>
              <a:t>圖：全班相同 server 拓撲圖（不揭露 IP／URL）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icrosoft Jheng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79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86A4F"/>
                </a:solidFill>
                <a:latin typeface="Microsoft JhengHei"/>
              </a:rPr>
              <a:t>03  Mood Beat 個人架構</a:t>
            </a:r>
          </a:p>
        </p:txBody>
      </p:sp>
      <p:pic>
        <p:nvPicPr>
          <p:cNvPr id="5" name="Picture 4" descr="projec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1688486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Microsoft JhengHei"/>
              </a:rPr>
              <a:t>圖：左欄 Mood Beat 頁 → 右欄 Agent → JSON 節拍參數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icrosoft Jheng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79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86A4F"/>
                </a:solidFill>
                <a:latin typeface="Microsoft JhengHei"/>
              </a:rPr>
              <a:t>04  左欄 ↔ 右欄 互動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左欄 Mood Beat：心情值滑桿、壓力值滑桿、音樂風格下拉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按鈕：「開始呼吸」、「生成 Beat」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傳給 Agent：心情值、壓力值、音樂偏好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Agent 回傳：文字建議 + JSON 節拍參數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完整例子：心情 7 / 壓力 3 / lo-fi → 「你的專屬 lo-fi beat 已生成」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79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icrosoft Jheng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86A4F"/>
                </a:solidFill>
                <a:latin typeface="Microsoft JhengHei"/>
              </a:rPr>
              <a:t>05  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用滑桿輸入心情值與壓力值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選擇音樂風格（lo-fi、trap、輕音樂）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按鈕啟動呼吸引導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根據情緒生成音樂風格建議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Agent 回傳文字建議 + JSON 節拍參數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icrosoft Jheng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79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86A4F"/>
                </a:solidFill>
                <a:latin typeface="Microsoft JhengHei"/>
              </a:rPr>
              <a:t>06  創新與技術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亮點：把「情緒紀錄、呼吸穩定、音樂推薦」三步驟結合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亮點：依心情／壓力／偏好產出個人化 beat 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亮點：先穩定心情、再創作音樂的紓壓體驗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技術：Agent Studio + Streamlit（左欄頁面）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技術：Agent.chat（右欄對話與推理）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Microsoft JhengHei"/>
              </a:rPr>
              <a:t>• 技術：JSON 傳遞情緒資料、LLM 生成音樂風格建議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79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icrosoft Jheng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79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86A4F"/>
                </a:solidFill>
                <a:latin typeface="Microsoft JhengHei"/>
              </a:rPr>
              <a:t>07  Demo 截圖 — Mood Beat 頁面</a:t>
            </a:r>
          </a:p>
        </p:txBody>
      </p:sp>
      <p:pic>
        <p:nvPicPr>
          <p:cNvPr id="5" name="Picture 4" descr="demo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3883068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Microsoft JhengHei"/>
              </a:rPr>
              <a:t>圖：Mood Beat 自訂頁實際畫面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icrosoft Jheng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